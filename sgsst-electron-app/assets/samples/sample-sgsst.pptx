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88952" cy="173736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SEGURIDAD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SALUD EN EL TRABAJO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institucional — sample K+AIR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Generada automáticamente · @file-viewer preview demo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Decreto 1072 de 2015 · Resolución 0312 de 2019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Contenido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1. Marco legal y normativo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2. Política de Seguridad y Salud en el Trabajo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3. Objetivos del SG-SST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4. Estructura organizacional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5. Roles y responsabilidades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6. Ciclo PHVA del sistema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7. Indicadores de gestión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62626"/>
                </a:solidFill>
              </a:rPr>
              <a:t>8. Conclusiones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1. Marco legal y normativo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1148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1072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Único Reglamentario del Sector Trabajo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Resolución 0312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Estándares Mínimos del SG-SST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Ley 1562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 el Sistema de Riesgos Laborales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Decreto 1295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Organización y administración del Sistema General de Riesgos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Circular 070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Implementación del SG-SST en PyMES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Fuente: Ministerio del Trabajo, Ministerio de Salud y Protección Social.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2. Política de Seguridad y Salud en el Trabajo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4114800"/>
          </a:xfrm>
          <a:prstGeom prst="roundRect">
            <a:avLst>
              <a:gd name="adj" fmla="val 2222"/>
            </a:avLst>
          </a:prstGeom>
          <a:solidFill>
            <a:srgbClr val="F2F2F2"/>
          </a:solidFill>
          <a:ln w="1905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9966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800" i="1" dirty="0">
                <a:solidFill>
                  <a:srgbClr val="262626"/>
                </a:solidFill>
              </a:rPr>
              <a:t>"La organización se compromete a proteger la seguridad y la salud de todos los trabajadores, mediante la prevención de los accidentes de trabajo y las enfermedades laborales, la asignación de recursos necesarios, la mejora continua del sistema y el cumplimiento de la normatividad vigente."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— Aprobada por la alta dirección · Revisión anual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3. Objetivos del SG-SST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28800" cy="50292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0" y="11887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Proteger la seguridad y salud de los trabajadores, mediante la prevención de accidentes y enfermedades laborales.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828800" cy="50292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Específicos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18745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Cumplir la normatividad legal vigente en materia de riesgos laborales.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560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Identificar, evaluar y controlar los riesgos presentes en los puestos de trabajo.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246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Promover una cultura de autocuidado y prevención en todos los niveles.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9319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</a:rPr>
              <a:t>Mejorar continuamente la eficacia del sistema de gestión.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6. Ciclo PHVA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48056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2E75B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PLANEAR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85216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Política, objetivos, plan de trabajo, identificación de riesgos.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28416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70AD4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HACER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65576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Ejecución del plan, capacitaciones, inspecciones, auditorías.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08776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E07B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VERIFICAR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345936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Medición de indicadores, auditorías internas, revisión por la dirección.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89136" y="12801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13716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ACTUAR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26296" y="210312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Acciones correctivas, preventivas y de mejora continua.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95959"/>
                </a:solidFill>
              </a:rPr>
              <a:t>Decreto 1072 / Resolución 0312 — el SG-SST se gestiona como un sistema cíclico de mejora continua.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7. Indicadores de gestión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411480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accidentalidad (ILI)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(# AT / # trabajadores) ×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Severidad de accidentes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(# días incapacidad / # 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capacitaciones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(# capacitados / # trabajadores) ×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Cumplimiento del plan de trabajo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(# actividades ejecutadas / # programadas) ×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Resultados de auditoría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(# hallazgos cerrados / # hallazgos totales) × 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Conclusiones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371600" cy="7315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El SG-SST no es un documento: es un sistema vivo, auditado y mejorado cada año.</a:t>
            </a:r>
            <a:endParaRPr lang="en-US" sz="18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La prevención es tarea de todos — desde la alta dirección hasta el último colaborador.</a:t>
            </a:r>
            <a:endParaRPr lang="en-US" sz="1800" dirty="0"/>
          </a:p>
          <a:p>
            <a:pPr algn="l" indent="0" marL="0">
              <a:spcAft>
                <a:spcPts val="18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Los indicadores solo importan cuando disparan decisiones y acciones concretas.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K+AIR centraliza la operación del SG-SST: archivos, indicadores, evidencias y auditorías en un solo lugar.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F2F2"/>
                </a:solidFill>
              </a:rPr>
              <a:t>— Fin de la presentación 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K+AIR / SGSST-E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SG-SST K+AIR — Presentación institucional</dc:title>
  <dc:subject>Sistema de Gestión de Seguridad y Salud en el Trabajo</dc:subject>
  <dc:creator>K+AIR (sample)</dc:creator>
  <cp:lastModifiedBy>K+AIR (sample)</cp:lastModifiedBy>
  <cp:revision>1</cp:revision>
  <dcterms:created xsi:type="dcterms:W3CDTF">2026-07-27T21:27:27Z</dcterms:created>
  <dcterms:modified xsi:type="dcterms:W3CDTF">2026-07-27T21:27:27Z</dcterms:modified>
</cp:coreProperties>
</file>